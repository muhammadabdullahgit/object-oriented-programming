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AF63-FEC4-3A74-BC0B-2B0484055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BED5-74A2-8E6A-CF62-33D87FAA9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F09E2-25C1-1C73-1EA7-6A50A42C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D9362-69DA-7B7A-136D-B80009B6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48BB4-956E-613D-367B-4CC609ED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73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E6C5-CB4D-AEDB-5F53-B597D6CF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798CF-2698-876E-CFB1-8CC9D06A2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62256-5D9B-8BE7-B5CC-29EAB230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C371C-6299-337C-3C46-A64EABC7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3FA21-A87B-39C1-AAB1-AEC4DD9B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45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4E4E-B8D4-5645-A085-536E1B7B0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56463-1A87-C144-0DE8-676D756CD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C4244-6D3D-7656-10C3-DE55D8D0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707A6-7014-BCAD-24C0-EBA73043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911D5-CD0A-D90C-A068-7CA533A1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55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6E354-4520-67FB-C66A-5CFAA63E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102E-DCAA-DC97-5B26-DF43954DD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8DD3A-7972-AD1D-A14F-83A67D018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16ED1-BBB5-5F64-1C00-8DF6C57B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4247C-9F5F-AA7B-02A9-A4EAD8DF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1AFA8-11A3-9F8D-B58B-6AABAB80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82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81C1-12AA-81A8-E4EC-6FFA246B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2FB0-F648-CED4-8D7D-064B9891D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AA368-A57E-495E-BBE7-CDF3FC07C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7A10-E55C-3929-19BA-400840035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C45F9B-3D27-A522-A614-4974FAEC2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8E4DD-AA13-4882-8CA2-8F61D7D5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544063-5AA6-C65D-FB43-EB2F8433D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042095-061C-36CE-6F1C-CE9A51C0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27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F69B-E8AD-9846-F1E5-D2E87EC11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2EC1B-66A0-E272-AFB5-0E89B91B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CE764-4C35-3AE5-34D6-A9B51E7C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108E5-2D3A-D599-E102-06494E2F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26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9B497-5A87-BDAC-D9B3-5AC5F9FFB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C3E6D-7226-2146-3792-1B4F5CA4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BC6F9-14E5-E68A-3E6A-5F17BA50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055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2FDE3-F5CF-9B93-58A1-9ADFD19F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30A5D-77C9-A757-CEE6-251ED4D59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59CF5-DDEF-2156-E9D0-080496302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CF8AC-A9B8-B538-BD76-CA6DC410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09766-3B97-4638-B5E5-FFB12837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332EB-3DC9-1D89-0AC6-F612C50D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97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ED6B-DD03-4278-4ED7-8141FFDF4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9A48E4-F220-B8A6-0D76-B71F8FADC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845DC-31D2-BB29-CDF2-B9F3C1DF8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BB411-F5F9-CBEA-6A8C-584AF3A1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36E56-0169-1621-86CA-B6930ADD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52678-7A96-B476-3FFC-779E320B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31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BEA2-B357-1A6B-AE59-80775E39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9E80-E93D-D7AF-DCE4-D226E20CE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CF06D-739A-856A-A0A5-48EE31BF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09A86-AD0B-EEC2-4313-D974A11B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BC64A-909D-8A41-8383-0CDC2012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667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B72FD-8D7F-5455-4E9F-AFE8F8843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3F81A-DF9D-EB6A-3F17-9DA8CAE26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463B8-AF87-003A-BF0B-83EFA66B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3935A-48A6-29B6-3AFE-69112981F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A1E2-057E-CD5E-799C-AA9F0590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83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FDAFB-B1AF-92CC-B085-A0EFD058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70A74-E599-0766-5AF7-4153B4EE5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7D178-FFF3-F05D-123B-D117A5238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3B340-5E1B-442E-B8BC-B2ECAD6ABBD8}" type="datetimeFigureOut">
              <a:rPr lang="en-GB" smtClean="0"/>
              <a:t>05/05/2024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8B57-94BE-7D13-5DBA-6079F9AB2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8EB29-A3DA-1C38-0681-D42A271E4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02302-806C-4C26-86DB-A37CA5E5DE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7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8344-1256-8CB5-0F10-59519275C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85910" cy="1497331"/>
          </a:xfrm>
        </p:spPr>
        <p:txBody>
          <a:bodyPr>
            <a:normAutofit/>
          </a:bodyPr>
          <a:lstStyle/>
          <a:p>
            <a:r>
              <a:rPr lang="en-GB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Abstract Class</a:t>
            </a:r>
            <a:br>
              <a:rPr lang="en-GB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Polymorphism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243F6D-3B3F-066F-068F-F252B248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70" y="1611630"/>
            <a:ext cx="11925860" cy="524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8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3DDF-9EB5-1C35-59CE-A4B9D11AC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Class</a:t>
            </a:r>
            <a:b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In Ticket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5B099E-D911-24AB-89CE-13FBD231B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8621" y="1825625"/>
            <a:ext cx="9094758" cy="4351338"/>
          </a:xfrm>
        </p:spPr>
      </p:pic>
    </p:spTree>
    <p:extLst>
      <p:ext uri="{BB962C8B-B14F-4D97-AF65-F5344CB8AC3E}">
        <p14:creationId xmlns:p14="http://schemas.microsoft.com/office/powerpoint/2010/main" val="157657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A5D9-1644-797C-73C3-0275CEA3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Time Class</a:t>
            </a:r>
            <a:b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In Ticket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6BB6B2-2C8E-AE9D-8A60-30A662475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</p:spPr>
      </p:pic>
    </p:spTree>
    <p:extLst>
      <p:ext uri="{BB962C8B-B14F-4D97-AF65-F5344CB8AC3E}">
        <p14:creationId xmlns:p14="http://schemas.microsoft.com/office/powerpoint/2010/main" val="337490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3BA2-92DA-E2B1-D9F4-BAAEA8C9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935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Ticket Class</a:t>
            </a:r>
            <a:b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Inherits From Ticket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849C29-2FB5-5339-7DC7-B287D42CB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3090"/>
            <a:ext cx="105156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0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2F08-42D4-9E63-586C-F0AA77A1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 Ticket Class</a:t>
            </a:r>
            <a:b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Inherits From Ticket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262207-1757-9907-8294-B22439C3E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100"/>
            <a:ext cx="10515600" cy="4251960"/>
          </a:xfrm>
        </p:spPr>
      </p:pic>
    </p:spTree>
    <p:extLst>
      <p:ext uri="{BB962C8B-B14F-4D97-AF65-F5344CB8AC3E}">
        <p14:creationId xmlns:p14="http://schemas.microsoft.com/office/powerpoint/2010/main" val="160409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C480-7560-A180-684C-2F0E8662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Economy Ticket Class</a:t>
            </a:r>
            <a:b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Inherits From Ticket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0CB46A-6BD8-B8F2-46DD-2CF952584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3080"/>
            <a:ext cx="10515600" cy="4069080"/>
          </a:xfrm>
        </p:spPr>
      </p:pic>
    </p:spTree>
    <p:extLst>
      <p:ext uri="{BB962C8B-B14F-4D97-AF65-F5344CB8AC3E}">
        <p14:creationId xmlns:p14="http://schemas.microsoft.com/office/powerpoint/2010/main" val="119095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DFAC-1AB1-CFAA-7DC1-F18E0BC9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Management Class</a:t>
            </a:r>
            <a:b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And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emoving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ickets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95D179-F5D4-DA44-791F-84481F02C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614" y="1825625"/>
            <a:ext cx="7283301" cy="290586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DD3739-808D-2E5E-5200-3A2214425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614" y="4731489"/>
            <a:ext cx="7283301" cy="180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92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6F7F-E20A-005C-CF40-D9C2C4AE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taff Class</a:t>
            </a:r>
            <a:b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Other Functionalities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1A919-ED62-066A-5B44-99482AC28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162" y="1825625"/>
            <a:ext cx="8097676" cy="4351338"/>
          </a:xfrm>
        </p:spPr>
      </p:pic>
    </p:spTree>
    <p:extLst>
      <p:ext uri="{BB962C8B-B14F-4D97-AF65-F5344CB8AC3E}">
        <p14:creationId xmlns:p14="http://schemas.microsoft.com/office/powerpoint/2010/main" val="134070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56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Ticket Abstract Class having Polymorphism </vt:lpstr>
      <vt:lpstr>Payment Class Aggregated In Ticket</vt:lpstr>
      <vt:lpstr>Date Time Class Composed In Ticket</vt:lpstr>
      <vt:lpstr>Business Ticket Class Inherits From Ticket</vt:lpstr>
      <vt:lpstr>Lower AC Ticket Class Inherits From Ticket</vt:lpstr>
      <vt:lpstr>Economy Ticket Class Inherits From Ticket</vt:lpstr>
      <vt:lpstr>Ticket Management Class Adding And Removing Tickets</vt:lpstr>
      <vt:lpstr>Staff Class Used in Other Functionalities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15</cp:revision>
  <dcterms:created xsi:type="dcterms:W3CDTF">2024-05-05T14:54:38Z</dcterms:created>
  <dcterms:modified xsi:type="dcterms:W3CDTF">2024-05-05T15:37:55Z</dcterms:modified>
</cp:coreProperties>
</file>